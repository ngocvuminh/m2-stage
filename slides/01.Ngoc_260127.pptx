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AEF2AC-7BFF-44DF-A637-BA9F8DB2B650}" v="4" dt="2026-01-23T19:58:52.3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u Minh Ngoc" userId="f8a571d7-7cae-47a1-8b1d-77a0503bed65" providerId="ADAL" clId="{43740E79-0930-482C-8E4A-44C463944430}"/>
    <pc:docChg chg="custSel addSld delSld modSld">
      <pc:chgData name="Vu Minh Ngoc" userId="f8a571d7-7cae-47a1-8b1d-77a0503bed65" providerId="ADAL" clId="{43740E79-0930-482C-8E4A-44C463944430}" dt="2026-01-23T20:02:30.027" v="217" actId="20577"/>
      <pc:docMkLst>
        <pc:docMk/>
      </pc:docMkLst>
      <pc:sldChg chg="addSp delSp modSp new mod">
        <pc:chgData name="Vu Minh Ngoc" userId="f8a571d7-7cae-47a1-8b1d-77a0503bed65" providerId="ADAL" clId="{43740E79-0930-482C-8E4A-44C463944430}" dt="2026-01-23T20:02:30.027" v="217" actId="20577"/>
        <pc:sldMkLst>
          <pc:docMk/>
          <pc:sldMk cId="414349899" sldId="257"/>
        </pc:sldMkLst>
        <pc:spChg chg="add mod">
          <ac:chgData name="Vu Minh Ngoc" userId="f8a571d7-7cae-47a1-8b1d-77a0503bed65" providerId="ADAL" clId="{43740E79-0930-482C-8E4A-44C463944430}" dt="2026-01-23T20:02:30.027" v="217" actId="20577"/>
          <ac:spMkLst>
            <pc:docMk/>
            <pc:sldMk cId="414349899" sldId="257"/>
            <ac:spMk id="6" creationId="{64672B5B-F9FE-58AB-C24F-A2537592B99F}"/>
          </ac:spMkLst>
        </pc:spChg>
        <pc:picChg chg="add del mod">
          <ac:chgData name="Vu Minh Ngoc" userId="f8a571d7-7cae-47a1-8b1d-77a0503bed65" providerId="ADAL" clId="{43740E79-0930-482C-8E4A-44C463944430}" dt="2026-01-23T19:57:51.166" v="12" actId="478"/>
          <ac:picMkLst>
            <pc:docMk/>
            <pc:sldMk cId="414349899" sldId="257"/>
            <ac:picMk id="3" creationId="{32D57FC5-1A2B-BC11-75BD-814CE76D7B88}"/>
          </ac:picMkLst>
        </pc:picChg>
        <pc:picChg chg="add mod">
          <ac:chgData name="Vu Minh Ngoc" userId="f8a571d7-7cae-47a1-8b1d-77a0503bed65" providerId="ADAL" clId="{43740E79-0930-482C-8E4A-44C463944430}" dt="2026-01-23T19:58:32.510" v="18" actId="1076"/>
          <ac:picMkLst>
            <pc:docMk/>
            <pc:sldMk cId="414349899" sldId="257"/>
            <ac:picMk id="5" creationId="{45D9BACC-7E74-E5E0-05ED-0C310CDC8910}"/>
          </ac:picMkLst>
        </pc:picChg>
      </pc:sldChg>
      <pc:sldChg chg="new del">
        <pc:chgData name="Vu Minh Ngoc" userId="f8a571d7-7cae-47a1-8b1d-77a0503bed65" providerId="ADAL" clId="{43740E79-0930-482C-8E4A-44C463944430}" dt="2026-01-23T19:56:27.467" v="1" actId="47"/>
        <pc:sldMkLst>
          <pc:docMk/>
          <pc:sldMk cId="1527994649" sldId="257"/>
        </pc:sldMkLst>
      </pc:sldChg>
      <pc:sldChg chg="new">
        <pc:chgData name="Vu Minh Ngoc" userId="f8a571d7-7cae-47a1-8b1d-77a0503bed65" providerId="ADAL" clId="{43740E79-0930-482C-8E4A-44C463944430}" dt="2026-01-23T19:56:34.446" v="3" actId="680"/>
        <pc:sldMkLst>
          <pc:docMk/>
          <pc:sldMk cId="3857126564" sldId="258"/>
        </pc:sldMkLst>
      </pc:sldChg>
      <pc:sldChg chg="new">
        <pc:chgData name="Vu Minh Ngoc" userId="f8a571d7-7cae-47a1-8b1d-77a0503bed65" providerId="ADAL" clId="{43740E79-0930-482C-8E4A-44C463944430}" dt="2026-01-23T19:56:34.654" v="4" actId="680"/>
        <pc:sldMkLst>
          <pc:docMk/>
          <pc:sldMk cId="3556616465" sldId="259"/>
        </pc:sldMkLst>
      </pc:sldChg>
      <pc:sldChg chg="new">
        <pc:chgData name="Vu Minh Ngoc" userId="f8a571d7-7cae-47a1-8b1d-77a0503bed65" providerId="ADAL" clId="{43740E79-0930-482C-8E4A-44C463944430}" dt="2026-01-23T19:56:34.802" v="5" actId="680"/>
        <pc:sldMkLst>
          <pc:docMk/>
          <pc:sldMk cId="1992251771" sldId="26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DF59C-F62D-92E6-2480-F5A4E3818D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024C1D-3DA1-AFC3-8F1A-9BAD336209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32D9E-1296-A0EA-9466-AB5BCFD52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6F89C-CAE8-0EC0-4E79-C2BC4018B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85B54-8404-6A17-4EC6-92D084F7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3041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E5663-5930-DE2C-C45E-B8F0A4578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743C3-618B-17D2-5E7D-38282ACEF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04057-E49D-2AAE-8218-CDB05FC1F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CFCFB-8615-7DBA-41AF-1802A9DC1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F758DE-F350-BFBF-46C5-701DCE03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5117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B93E5-5846-6FFE-CBCD-6CBCC43E4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0C97A-4315-C6A7-5408-00EB8F942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E8A24-EA7A-92DF-FEC0-7C92A59F0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8146A8-A564-2A4B-45E7-80DBDE71B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DD1B9-5B67-96F0-B233-2924D44D5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1295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E07C-34D3-0243-8BC0-A4164C8A3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2B984-90B8-24FC-150B-0FE7BB5D2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EC5068-AD6F-F547-69A8-BB8621137A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0941D-4162-3CA4-D008-AEA6D3E4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1ABFF-3554-7650-F122-F1260BC39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9F0ABC-0025-B02E-60D8-5553B2FE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3407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B02-74B4-15D0-482E-769E4EE11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E8942-1BF7-A8A0-0B8B-45E761179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BAAFAA-7B16-31CF-FEC4-90EB2EADD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BED096-6F0B-78E3-BA5A-8D23EA386C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F9670B-6E4E-8598-1A2C-1401E2CB73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7D1E44-C192-4F62-2B02-B9F950544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B61511-6486-5E71-6E6D-C67DC95BF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EF16FD-CFA1-BEEB-99D6-5F99AABA3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9055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3ED55-FE7B-2E0E-C90B-DB84E07DF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3D9EC-6B69-18C6-D833-D5E0CE8C7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906CDA-4B32-348A-F753-502697EE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02471-7C6A-8446-2F02-C5B2DEF42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541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4229D7-BE30-2E77-BBA4-F4F370D4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1CD8E0-5B88-C200-833A-349CBE6B8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A4741-5BF0-AC98-179E-5AEF0EDA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3900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004F4-95A8-92AE-5E1D-0DB4BD79C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4AD1A-804E-7825-2733-C23476E9C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C2DEDD-8660-9891-9DA0-081BE963A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05399A-DD94-48F8-B7C1-172DC18BC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38E42-0B64-3177-BDE9-7AE6DCB23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8FF324-521D-32A9-A1C8-D8028D837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4278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DB119-D229-08EA-1408-75DE49886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1A494-6AA1-F74E-5B19-6F83C798A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BBD7D-27A3-7A21-906B-5559E0E92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F5366A-B0C9-FA0B-05D7-C4D84F9DA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EB0134-6DC7-7814-4BAD-B6BD230F7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4CFD3B-2525-6BD6-6BED-99EC0C28A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3174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CD8D2-54C6-7247-DD60-0BA817F5E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2F458D-C9DB-448A-2E42-993354161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12F2E-650D-203F-996E-F76045ABE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18535-AF97-A06B-EA82-902F37F77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BAD94-3FCC-D046-8FFE-7AFC7824B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941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77CAC4-4590-A890-2FD2-2EAB6A8B60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D89556-6D68-7803-E61A-26BCF95DCA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1E6BE1-AE86-93DF-917E-76F75797F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A0F8F-AD5F-C7C9-158D-CECDEADC1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8ED3-FBE3-41AD-96D0-31869E9D6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810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53B85B-F3A1-4378-79C9-B2EAE7129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0300CE-CFB5-0E32-33A8-066DBE7562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B8F26-87B9-5B8C-1B33-42BCC7686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8526C-0920-404B-AA75-512C336BB7DF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AA9072-D00B-44E2-559E-A5B7415B92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7C946-1F3F-3DBA-5369-55C19A23A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98FFDC-340F-48A2-830F-5B27E06E267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8826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545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number table&#10;&#10;AI-generated content may be incorrect.">
            <a:extLst>
              <a:ext uri="{FF2B5EF4-FFF2-40B4-BE49-F238E27FC236}">
                <a16:creationId xmlns:a16="http://schemas.microsoft.com/office/drawing/2014/main" id="{45D9BACC-7E74-E5E0-05ED-0C310CDC8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39" y="2352852"/>
            <a:ext cx="11869321" cy="3316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672B5B-F9FE-58AB-C24F-A2537592B99F}"/>
              </a:ext>
            </a:extLst>
          </p:cNvPr>
          <p:cNvSpPr txBox="1"/>
          <p:nvPr/>
        </p:nvSpPr>
        <p:spPr>
          <a:xfrm>
            <a:off x="161339" y="1188720"/>
            <a:ext cx="113816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Developmental</a:t>
            </a:r>
            <a:r>
              <a:rPr lang="fr-FR" sz="2400" dirty="0"/>
              <a:t> stage and tissue distribution of </a:t>
            </a:r>
            <a:r>
              <a:rPr lang="fr-FR" sz="2400" dirty="0" err="1"/>
              <a:t>brain</a:t>
            </a:r>
            <a:r>
              <a:rPr lang="fr-FR" sz="2400" dirty="0"/>
              <a:t> </a:t>
            </a:r>
            <a:r>
              <a:rPr lang="fr-FR" sz="2400" dirty="0" err="1"/>
              <a:t>samples</a:t>
            </a:r>
            <a:r>
              <a:rPr lang="fr-FR" sz="2400" dirty="0"/>
              <a:t> in the HDBR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</a:p>
          <a:p>
            <a:r>
              <a:rPr lang="fr-FR" sz="2400" dirty="0"/>
              <a:t>(</a:t>
            </a:r>
            <a:r>
              <a:rPr lang="fr-FR" sz="2400" dirty="0" err="1"/>
              <a:t>unidentified</a:t>
            </a:r>
            <a:r>
              <a:rPr lang="fr-FR" sz="2400" dirty="0"/>
              <a:t> </a:t>
            </a:r>
            <a:r>
              <a:rPr lang="fr-FR" sz="2400" dirty="0" err="1"/>
              <a:t>samples</a:t>
            </a:r>
            <a:r>
              <a:rPr lang="fr-FR" sz="2400" dirty="0"/>
              <a:t> </a:t>
            </a:r>
            <a:r>
              <a:rPr lang="fr-FR" sz="2400" dirty="0" err="1"/>
              <a:t>excluded</a:t>
            </a:r>
            <a:r>
              <a:rPr lang="fr-FR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4349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7126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6616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2517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</Words>
  <Application>Microsoft Office PowerPoint</Application>
  <PresentationFormat>Widescreen</PresentationFormat>
  <Paragraphs>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Vu Minh Ngoc</dc:creator>
  <cp:lastModifiedBy>Vu Minh Ngoc</cp:lastModifiedBy>
  <cp:revision>1</cp:revision>
  <dcterms:created xsi:type="dcterms:W3CDTF">2026-01-23T19:55:02Z</dcterms:created>
  <dcterms:modified xsi:type="dcterms:W3CDTF">2026-01-23T20:02:33Z</dcterms:modified>
</cp:coreProperties>
</file>