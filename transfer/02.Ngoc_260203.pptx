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6" r:id="rId8"/>
    <p:sldId id="265" r:id="rId9"/>
    <p:sldId id="267" r:id="rId10"/>
    <p:sldId id="263" r:id="rId11"/>
    <p:sldId id="264" r:id="rId12"/>
    <p:sldId id="260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CEE41F-57D6-4151-BEE7-1832E3A6DB06}" v="34" dt="2026-01-28T16:09:4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u Minh Ngoc" userId="f8a571d7-7cae-47a1-8b1d-77a0503bed65" providerId="ADAL" clId="{43740E79-0930-482C-8E4A-44C463944430}"/>
    <pc:docChg chg="undo custSel addSld modSld">
      <pc:chgData name="Vu Minh Ngoc" userId="f8a571d7-7cae-47a1-8b1d-77a0503bed65" providerId="ADAL" clId="{43740E79-0930-482C-8E4A-44C463944430}" dt="2026-01-28T16:09:46.486" v="592"/>
      <pc:docMkLst>
        <pc:docMk/>
      </pc:docMkLst>
      <pc:sldChg chg="addSp modSp mod">
        <pc:chgData name="Vu Minh Ngoc" userId="f8a571d7-7cae-47a1-8b1d-77a0503bed65" providerId="ADAL" clId="{43740E79-0930-482C-8E4A-44C463944430}" dt="2026-01-28T14:10:30.920" v="16" actId="20577"/>
        <pc:sldMkLst>
          <pc:docMk/>
          <pc:sldMk cId="2709451562" sldId="256"/>
        </pc:sldMkLst>
        <pc:spChg chg="add mod">
          <ac:chgData name="Vu Minh Ngoc" userId="f8a571d7-7cae-47a1-8b1d-77a0503bed65" providerId="ADAL" clId="{43740E79-0930-482C-8E4A-44C463944430}" dt="2026-01-28T14:10:30.920" v="16" actId="20577"/>
          <ac:spMkLst>
            <pc:docMk/>
            <pc:sldMk cId="2709451562" sldId="256"/>
            <ac:spMk id="4" creationId="{844D3E96-8AF0-B92F-DD7C-3CB08E573006}"/>
          </ac:spMkLst>
        </pc:spChg>
        <pc:spChg chg="add mod">
          <ac:chgData name="Vu Minh Ngoc" userId="f8a571d7-7cae-47a1-8b1d-77a0503bed65" providerId="ADAL" clId="{43740E79-0930-482C-8E4A-44C463944430}" dt="2026-01-28T14:09:34.526" v="0"/>
          <ac:spMkLst>
            <pc:docMk/>
            <pc:sldMk cId="2709451562" sldId="256"/>
            <ac:spMk id="5" creationId="{364D548F-6BC2-AC42-4748-61836B334040}"/>
          </ac:spMkLst>
        </pc:spChg>
        <pc:spChg chg="add mod">
          <ac:chgData name="Vu Minh Ngoc" userId="f8a571d7-7cae-47a1-8b1d-77a0503bed65" providerId="ADAL" clId="{43740E79-0930-482C-8E4A-44C463944430}" dt="2026-01-28T14:10:21.976" v="8" actId="20577"/>
          <ac:spMkLst>
            <pc:docMk/>
            <pc:sldMk cId="2709451562" sldId="256"/>
            <ac:spMk id="6" creationId="{CAEBE70E-8A52-D7B3-BB38-B2B7004BFA7A}"/>
          </ac:spMkLst>
        </pc:spChg>
        <pc:grpChg chg="add mod">
          <ac:chgData name="Vu Minh Ngoc" userId="f8a571d7-7cae-47a1-8b1d-77a0503bed65" providerId="ADAL" clId="{43740E79-0930-482C-8E4A-44C463944430}" dt="2026-01-28T14:09:34.526" v="0"/>
          <ac:grpSpMkLst>
            <pc:docMk/>
            <pc:sldMk cId="2709451562" sldId="256"/>
            <ac:grpSpMk id="7" creationId="{D59B302D-86A0-1F84-957A-E62468D78008}"/>
          </ac:grpSpMkLst>
        </pc:grpChg>
        <pc:picChg chg="mod">
          <ac:chgData name="Vu Minh Ngoc" userId="f8a571d7-7cae-47a1-8b1d-77a0503bed65" providerId="ADAL" clId="{43740E79-0930-482C-8E4A-44C463944430}" dt="2026-01-28T14:09:34.526" v="0"/>
          <ac:picMkLst>
            <pc:docMk/>
            <pc:sldMk cId="2709451562" sldId="256"/>
            <ac:picMk id="8" creationId="{883FAB56-5E5A-EE55-3C98-B947E70F3AE9}"/>
          </ac:picMkLst>
        </pc:picChg>
        <pc:picChg chg="mod">
          <ac:chgData name="Vu Minh Ngoc" userId="f8a571d7-7cae-47a1-8b1d-77a0503bed65" providerId="ADAL" clId="{43740E79-0930-482C-8E4A-44C463944430}" dt="2026-01-28T14:09:34.526" v="0"/>
          <ac:picMkLst>
            <pc:docMk/>
            <pc:sldMk cId="2709451562" sldId="256"/>
            <ac:picMk id="9" creationId="{05920DEA-31B0-2951-D11F-5283DBB79095}"/>
          </ac:picMkLst>
        </pc:picChg>
      </pc:sldChg>
      <pc:sldChg chg="addSp modSp">
        <pc:chgData name="Vu Minh Ngoc" userId="f8a571d7-7cae-47a1-8b1d-77a0503bed65" providerId="ADAL" clId="{43740E79-0930-482C-8E4A-44C463944430}" dt="2026-01-28T14:09:49.613" v="1"/>
        <pc:sldMkLst>
          <pc:docMk/>
          <pc:sldMk cId="1325017511" sldId="257"/>
        </pc:sldMkLst>
        <pc:spChg chg="add mod">
          <ac:chgData name="Vu Minh Ngoc" userId="f8a571d7-7cae-47a1-8b1d-77a0503bed65" providerId="ADAL" clId="{43740E79-0930-482C-8E4A-44C463944430}" dt="2026-01-28T14:09:49.613" v="1"/>
          <ac:spMkLst>
            <pc:docMk/>
            <pc:sldMk cId="1325017511" sldId="257"/>
            <ac:spMk id="2" creationId="{E64EE5C6-1BF8-A7D7-6945-4B8FE7F3130D}"/>
          </ac:spMkLst>
        </pc:spChg>
        <pc:spChg chg="add mod">
          <ac:chgData name="Vu Minh Ngoc" userId="f8a571d7-7cae-47a1-8b1d-77a0503bed65" providerId="ADAL" clId="{43740E79-0930-482C-8E4A-44C463944430}" dt="2026-01-28T14:09:49.613" v="1"/>
          <ac:spMkLst>
            <pc:docMk/>
            <pc:sldMk cId="1325017511" sldId="257"/>
            <ac:spMk id="3" creationId="{F946AF95-AED9-7AF6-687E-2ABB561AF451}"/>
          </ac:spMkLst>
        </pc:spChg>
      </pc:sldChg>
      <pc:sldChg chg="addSp delSp modSp mod">
        <pc:chgData name="Vu Minh Ngoc" userId="f8a571d7-7cae-47a1-8b1d-77a0503bed65" providerId="ADAL" clId="{43740E79-0930-482C-8E4A-44C463944430}" dt="2026-01-28T15:14:05.560" v="348" actId="14100"/>
        <pc:sldMkLst>
          <pc:docMk/>
          <pc:sldMk cId="3637299172" sldId="258"/>
        </pc:sldMkLst>
        <pc:spChg chg="add del mod">
          <ac:chgData name="Vu Minh Ngoc" userId="f8a571d7-7cae-47a1-8b1d-77a0503bed65" providerId="ADAL" clId="{43740E79-0930-482C-8E4A-44C463944430}" dt="2026-01-28T14:24:11.438" v="110" actId="2711"/>
          <ac:spMkLst>
            <pc:docMk/>
            <pc:sldMk cId="3637299172" sldId="258"/>
            <ac:spMk id="2" creationId="{DBE63C36-5E37-26F0-36FB-544065C7D61C}"/>
          </ac:spMkLst>
        </pc:spChg>
        <pc:spChg chg="add mod">
          <ac:chgData name="Vu Minh Ngoc" userId="f8a571d7-7cae-47a1-8b1d-77a0503bed65" providerId="ADAL" clId="{43740E79-0930-482C-8E4A-44C463944430}" dt="2026-01-28T14:24:11.438" v="110" actId="2711"/>
          <ac:spMkLst>
            <pc:docMk/>
            <pc:sldMk cId="3637299172" sldId="258"/>
            <ac:spMk id="5" creationId="{389D85FA-A85F-9AA8-9EA4-7A43AF48F2F6}"/>
          </ac:spMkLst>
        </pc:spChg>
        <pc:picChg chg="add mod modCrop">
          <ac:chgData name="Vu Minh Ngoc" userId="f8a571d7-7cae-47a1-8b1d-77a0503bed65" providerId="ADAL" clId="{43740E79-0930-482C-8E4A-44C463944430}" dt="2026-01-28T15:14:05.560" v="348" actId="14100"/>
          <ac:picMkLst>
            <pc:docMk/>
            <pc:sldMk cId="3637299172" sldId="258"/>
            <ac:picMk id="3" creationId="{1A34D0F6-C808-A4CA-931A-1FACCA69A715}"/>
          </ac:picMkLst>
        </pc:picChg>
        <pc:picChg chg="add mod modCrop">
          <ac:chgData name="Vu Minh Ngoc" userId="f8a571d7-7cae-47a1-8b1d-77a0503bed65" providerId="ADAL" clId="{43740E79-0930-482C-8E4A-44C463944430}" dt="2026-01-28T14:40:39.063" v="131" actId="1076"/>
          <ac:picMkLst>
            <pc:docMk/>
            <pc:sldMk cId="3637299172" sldId="258"/>
            <ac:picMk id="4" creationId="{BA0EDC1A-CAED-4509-4BB0-FF70C5614FD2}"/>
          </ac:picMkLst>
        </pc:picChg>
        <pc:picChg chg="add del mod modCrop">
          <ac:chgData name="Vu Minh Ngoc" userId="f8a571d7-7cae-47a1-8b1d-77a0503bed65" providerId="ADAL" clId="{43740E79-0930-482C-8E4A-44C463944430}" dt="2026-01-28T14:41:05.258" v="134" actId="21"/>
          <ac:picMkLst>
            <pc:docMk/>
            <pc:sldMk cId="3637299172" sldId="258"/>
            <ac:picMk id="6" creationId="{C1FCBDD9-C4C2-2B86-1754-9457F7FFC917}"/>
          </ac:picMkLst>
        </pc:picChg>
      </pc:sldChg>
      <pc:sldChg chg="addSp modSp mod">
        <pc:chgData name="Vu Minh Ngoc" userId="f8a571d7-7cae-47a1-8b1d-77a0503bed65" providerId="ADAL" clId="{43740E79-0930-482C-8E4A-44C463944430}" dt="2026-01-28T16:09:41.744" v="591" actId="20577"/>
        <pc:sldMkLst>
          <pc:docMk/>
          <pc:sldMk cId="3218214367" sldId="259"/>
        </pc:sldMkLst>
        <pc:spChg chg="add mod">
          <ac:chgData name="Vu Minh Ngoc" userId="f8a571d7-7cae-47a1-8b1d-77a0503bed65" providerId="ADAL" clId="{43740E79-0930-482C-8E4A-44C463944430}" dt="2026-01-28T15:17:18.414" v="357"/>
          <ac:spMkLst>
            <pc:docMk/>
            <pc:sldMk cId="3218214367" sldId="259"/>
            <ac:spMk id="3" creationId="{6EB07422-CCFA-DCDC-352A-FDBD76B21221}"/>
          </ac:spMkLst>
        </pc:spChg>
        <pc:spChg chg="add mod">
          <ac:chgData name="Vu Minh Ngoc" userId="f8a571d7-7cae-47a1-8b1d-77a0503bed65" providerId="ADAL" clId="{43740E79-0930-482C-8E4A-44C463944430}" dt="2026-01-28T15:18:13.437" v="363" actId="1076"/>
          <ac:spMkLst>
            <pc:docMk/>
            <pc:sldMk cId="3218214367" sldId="259"/>
            <ac:spMk id="4" creationId="{8D979F5A-1345-AA80-90BD-2D8DE771E2BD}"/>
          </ac:spMkLst>
        </pc:spChg>
        <pc:spChg chg="add mod">
          <ac:chgData name="Vu Minh Ngoc" userId="f8a571d7-7cae-47a1-8b1d-77a0503bed65" providerId="ADAL" clId="{43740E79-0930-482C-8E4A-44C463944430}" dt="2026-01-28T16:09:41.744" v="591" actId="20577"/>
          <ac:spMkLst>
            <pc:docMk/>
            <pc:sldMk cId="3218214367" sldId="259"/>
            <ac:spMk id="5" creationId="{0E7D63F5-6F02-DEE4-8C7F-0EFB69170F94}"/>
          </ac:spMkLst>
        </pc:spChg>
        <pc:picChg chg="add mod modCrop">
          <ac:chgData name="Vu Minh Ngoc" userId="f8a571d7-7cae-47a1-8b1d-77a0503bed65" providerId="ADAL" clId="{43740E79-0930-482C-8E4A-44C463944430}" dt="2026-01-28T15:17:20.739" v="358" actId="1076"/>
          <ac:picMkLst>
            <pc:docMk/>
            <pc:sldMk cId="3218214367" sldId="259"/>
            <ac:picMk id="2" creationId="{3F60F5E5-3DB2-7D49-6B22-07BFB6F3574A}"/>
          </ac:picMkLst>
        </pc:picChg>
      </pc:sldChg>
      <pc:sldChg chg="addSp modSp">
        <pc:chgData name="Vu Minh Ngoc" userId="f8a571d7-7cae-47a1-8b1d-77a0503bed65" providerId="ADAL" clId="{43740E79-0930-482C-8E4A-44C463944430}" dt="2026-01-28T14:52:57.766" v="252"/>
        <pc:sldMkLst>
          <pc:docMk/>
          <pc:sldMk cId="2561099711" sldId="260"/>
        </pc:sldMkLst>
        <pc:picChg chg="add mod">
          <ac:chgData name="Vu Minh Ngoc" userId="f8a571d7-7cae-47a1-8b1d-77a0503bed65" providerId="ADAL" clId="{43740E79-0930-482C-8E4A-44C463944430}" dt="2026-01-28T14:52:57.766" v="252"/>
          <ac:picMkLst>
            <pc:docMk/>
            <pc:sldMk cId="2561099711" sldId="260"/>
            <ac:picMk id="2" creationId="{225BE15C-789F-D61C-1899-6CF97208979F}"/>
          </ac:picMkLst>
        </pc:picChg>
      </pc:sldChg>
      <pc:sldChg chg="addSp modSp new mod">
        <pc:chgData name="Vu Minh Ngoc" userId="f8a571d7-7cae-47a1-8b1d-77a0503bed65" providerId="ADAL" clId="{43740E79-0930-482C-8E4A-44C463944430}" dt="2026-01-28T14:56:22.392" v="327" actId="20577"/>
        <pc:sldMkLst>
          <pc:docMk/>
          <pc:sldMk cId="278649131" sldId="261"/>
        </pc:sldMkLst>
        <pc:spChg chg="add mod">
          <ac:chgData name="Vu Minh Ngoc" userId="f8a571d7-7cae-47a1-8b1d-77a0503bed65" providerId="ADAL" clId="{43740E79-0930-482C-8E4A-44C463944430}" dt="2026-01-28T14:24:39.339" v="113"/>
          <ac:spMkLst>
            <pc:docMk/>
            <pc:sldMk cId="278649131" sldId="261"/>
            <ac:spMk id="2" creationId="{D809FAF8-5336-23EA-7773-D76DE0FB3A52}"/>
          </ac:spMkLst>
        </pc:spChg>
        <pc:spChg chg="add mod">
          <ac:chgData name="Vu Minh Ngoc" userId="f8a571d7-7cae-47a1-8b1d-77a0503bed65" providerId="ADAL" clId="{43740E79-0930-482C-8E4A-44C463944430}" dt="2026-01-28T14:39:02.971" v="129" actId="20577"/>
          <ac:spMkLst>
            <pc:docMk/>
            <pc:sldMk cId="278649131" sldId="261"/>
            <ac:spMk id="3" creationId="{3947CFEA-F99D-A07B-2FAB-86B238339AC8}"/>
          </ac:spMkLst>
        </pc:spChg>
        <pc:spChg chg="add mod">
          <ac:chgData name="Vu Minh Ngoc" userId="f8a571d7-7cae-47a1-8b1d-77a0503bed65" providerId="ADAL" clId="{43740E79-0930-482C-8E4A-44C463944430}" dt="2026-01-28T14:56:22.392" v="327" actId="20577"/>
          <ac:spMkLst>
            <pc:docMk/>
            <pc:sldMk cId="278649131" sldId="261"/>
            <ac:spMk id="9" creationId="{0FF5B0B1-BBC7-0ACF-4AD3-4E90E297F6A1}"/>
          </ac:spMkLst>
        </pc:spChg>
        <pc:picChg chg="add mod">
          <ac:chgData name="Vu Minh Ngoc" userId="f8a571d7-7cae-47a1-8b1d-77a0503bed65" providerId="ADAL" clId="{43740E79-0930-482C-8E4A-44C463944430}" dt="2026-01-28T14:36:50.464" v="119" actId="1076"/>
          <ac:picMkLst>
            <pc:docMk/>
            <pc:sldMk cId="278649131" sldId="261"/>
            <ac:picMk id="5" creationId="{E6F031B3-DD09-C5B3-AC4B-864E8FB848DE}"/>
          </ac:picMkLst>
        </pc:picChg>
        <pc:picChg chg="add mod modCrop">
          <ac:chgData name="Vu Minh Ngoc" userId="f8a571d7-7cae-47a1-8b1d-77a0503bed65" providerId="ADAL" clId="{43740E79-0930-482C-8E4A-44C463944430}" dt="2026-01-28T14:41:35.824" v="138" actId="1076"/>
          <ac:picMkLst>
            <pc:docMk/>
            <pc:sldMk cId="278649131" sldId="261"/>
            <ac:picMk id="7" creationId="{9AD9E934-79FD-019F-2E6C-420B2E71A53A}"/>
          </ac:picMkLst>
        </pc:picChg>
        <pc:picChg chg="add mod modCrop">
          <ac:chgData name="Vu Minh Ngoc" userId="f8a571d7-7cae-47a1-8b1d-77a0503bed65" providerId="ADAL" clId="{43740E79-0930-482C-8E4A-44C463944430}" dt="2026-01-28T14:41:29.288" v="137" actId="732"/>
          <ac:picMkLst>
            <pc:docMk/>
            <pc:sldMk cId="278649131" sldId="261"/>
            <ac:picMk id="8" creationId="{C1FCBDD9-C4C2-2B86-1754-9457F7FFC917}"/>
          </ac:picMkLst>
        </pc:picChg>
      </pc:sldChg>
      <pc:sldChg chg="addSp delSp modSp new mod">
        <pc:chgData name="Vu Minh Ngoc" userId="f8a571d7-7cae-47a1-8b1d-77a0503bed65" providerId="ADAL" clId="{43740E79-0930-482C-8E4A-44C463944430}" dt="2026-01-28T16:08:52.042" v="499" actId="20577"/>
        <pc:sldMkLst>
          <pc:docMk/>
          <pc:sldMk cId="3819967517" sldId="262"/>
        </pc:sldMkLst>
        <pc:spChg chg="add mod">
          <ac:chgData name="Vu Minh Ngoc" userId="f8a571d7-7cae-47a1-8b1d-77a0503bed65" providerId="ADAL" clId="{43740E79-0930-482C-8E4A-44C463944430}" dt="2026-01-28T14:43:18.218" v="139"/>
          <ac:spMkLst>
            <pc:docMk/>
            <pc:sldMk cId="3819967517" sldId="262"/>
            <ac:spMk id="2" creationId="{8856E076-63E9-B2E4-8FF4-6E2A10D62E32}"/>
          </ac:spMkLst>
        </pc:spChg>
        <pc:spChg chg="add mod">
          <ac:chgData name="Vu Minh Ngoc" userId="f8a571d7-7cae-47a1-8b1d-77a0503bed65" providerId="ADAL" clId="{43740E79-0930-482C-8E4A-44C463944430}" dt="2026-01-28T14:57:23.935" v="332" actId="20577"/>
          <ac:spMkLst>
            <pc:docMk/>
            <pc:sldMk cId="3819967517" sldId="262"/>
            <ac:spMk id="3" creationId="{5B371888-F50D-ED7A-471A-1303473D75B6}"/>
          </ac:spMkLst>
        </pc:spChg>
        <pc:spChg chg="add mod">
          <ac:chgData name="Vu Minh Ngoc" userId="f8a571d7-7cae-47a1-8b1d-77a0503bed65" providerId="ADAL" clId="{43740E79-0930-482C-8E4A-44C463944430}" dt="2026-01-28T16:08:52.042" v="499" actId="20577"/>
          <ac:spMkLst>
            <pc:docMk/>
            <pc:sldMk cId="3819967517" sldId="262"/>
            <ac:spMk id="8" creationId="{969E1C73-E3C5-146C-BB6F-738A42B60831}"/>
          </ac:spMkLst>
        </pc:spChg>
        <pc:picChg chg="add del mod modCrop">
          <ac:chgData name="Vu Minh Ngoc" userId="f8a571d7-7cae-47a1-8b1d-77a0503bed65" providerId="ADAL" clId="{43740E79-0930-482C-8E4A-44C463944430}" dt="2026-01-28T15:11:51.283" v="337" actId="478"/>
          <ac:picMkLst>
            <pc:docMk/>
            <pc:sldMk cId="3819967517" sldId="262"/>
            <ac:picMk id="4" creationId="{81D5392C-D252-1533-6DD8-838ED5BC9702}"/>
          </ac:picMkLst>
        </pc:picChg>
        <pc:picChg chg="add del mod modCrop">
          <ac:chgData name="Vu Minh Ngoc" userId="f8a571d7-7cae-47a1-8b1d-77a0503bed65" providerId="ADAL" clId="{43740E79-0930-482C-8E4A-44C463944430}" dt="2026-01-28T15:13:31.699" v="343" actId="478"/>
          <ac:picMkLst>
            <pc:docMk/>
            <pc:sldMk cId="3819967517" sldId="262"/>
            <ac:picMk id="5" creationId="{A147A4F9-668F-A621-7549-CAC90B437C8D}"/>
          </ac:picMkLst>
        </pc:picChg>
        <pc:picChg chg="add del mod modCrop">
          <ac:chgData name="Vu Minh Ngoc" userId="f8a571d7-7cae-47a1-8b1d-77a0503bed65" providerId="ADAL" clId="{43740E79-0930-482C-8E4A-44C463944430}" dt="2026-01-28T15:14:18.518" v="349" actId="478"/>
          <ac:picMkLst>
            <pc:docMk/>
            <pc:sldMk cId="3819967517" sldId="262"/>
            <ac:picMk id="6" creationId="{377A9DB0-CCBE-C9A8-77F6-EF272E391ADE}"/>
          </ac:picMkLst>
        </pc:picChg>
        <pc:picChg chg="add mod modCrop">
          <ac:chgData name="Vu Minh Ngoc" userId="f8a571d7-7cae-47a1-8b1d-77a0503bed65" providerId="ADAL" clId="{43740E79-0930-482C-8E4A-44C463944430}" dt="2026-01-28T15:14:49.124" v="354" actId="1076"/>
          <ac:picMkLst>
            <pc:docMk/>
            <pc:sldMk cId="3819967517" sldId="262"/>
            <ac:picMk id="7" creationId="{EF9BB5EC-ADD6-02DD-DC87-DB0CB368E856}"/>
          </ac:picMkLst>
        </pc:picChg>
      </pc:sldChg>
      <pc:sldChg chg="new">
        <pc:chgData name="Vu Minh Ngoc" userId="f8a571d7-7cae-47a1-8b1d-77a0503bed65" providerId="ADAL" clId="{43740E79-0930-482C-8E4A-44C463944430}" dt="2026-01-28T14:53:08.856" v="253" actId="680"/>
        <pc:sldMkLst>
          <pc:docMk/>
          <pc:sldMk cId="519604988" sldId="263"/>
        </pc:sldMkLst>
      </pc:sldChg>
      <pc:sldChg chg="new">
        <pc:chgData name="Vu Minh Ngoc" userId="f8a571d7-7cae-47a1-8b1d-77a0503bed65" providerId="ADAL" clId="{43740E79-0930-482C-8E4A-44C463944430}" dt="2026-01-28T14:53:09.059" v="254" actId="680"/>
        <pc:sldMkLst>
          <pc:docMk/>
          <pc:sldMk cId="3781665519" sldId="264"/>
        </pc:sldMkLst>
      </pc:sldChg>
      <pc:sldChg chg="addSp delSp modSp add mod">
        <pc:chgData name="Vu Minh Ngoc" userId="f8a571d7-7cae-47a1-8b1d-77a0503bed65" providerId="ADAL" clId="{43740E79-0930-482C-8E4A-44C463944430}" dt="2026-01-28T16:07:33.153" v="482" actId="20577"/>
        <pc:sldMkLst>
          <pc:docMk/>
          <pc:sldMk cId="2083065644" sldId="265"/>
        </pc:sldMkLst>
        <pc:spChg chg="del">
          <ac:chgData name="Vu Minh Ngoc" userId="f8a571d7-7cae-47a1-8b1d-77a0503bed65" providerId="ADAL" clId="{43740E79-0930-482C-8E4A-44C463944430}" dt="2026-01-28T15:35:18.679" v="393" actId="478"/>
          <ac:spMkLst>
            <pc:docMk/>
            <pc:sldMk cId="2083065644" sldId="265"/>
            <ac:spMk id="3" creationId="{B1A2376C-CFD9-E5D1-680B-F6A273CA063E}"/>
          </ac:spMkLst>
        </pc:spChg>
        <pc:spChg chg="add del mod">
          <ac:chgData name="Vu Minh Ngoc" userId="f8a571d7-7cae-47a1-8b1d-77a0503bed65" providerId="ADAL" clId="{43740E79-0930-482C-8E4A-44C463944430}" dt="2026-01-28T15:35:20.674" v="394" actId="478"/>
          <ac:spMkLst>
            <pc:docMk/>
            <pc:sldMk cId="2083065644" sldId="265"/>
            <ac:spMk id="9" creationId="{D8CE2914-27C6-ACDD-F6BA-114930074845}"/>
          </ac:spMkLst>
        </pc:spChg>
        <pc:spChg chg="add mod">
          <ac:chgData name="Vu Minh Ngoc" userId="f8a571d7-7cae-47a1-8b1d-77a0503bed65" providerId="ADAL" clId="{43740E79-0930-482C-8E4A-44C463944430}" dt="2026-01-28T16:07:33.153" v="482" actId="20577"/>
          <ac:spMkLst>
            <pc:docMk/>
            <pc:sldMk cId="2083065644" sldId="265"/>
            <ac:spMk id="10" creationId="{73783E54-FCDA-2F1B-33C8-5D4990810841}"/>
          </ac:spMkLst>
        </pc:spChg>
        <pc:picChg chg="del">
          <ac:chgData name="Vu Minh Ngoc" userId="f8a571d7-7cae-47a1-8b1d-77a0503bed65" providerId="ADAL" clId="{43740E79-0930-482C-8E4A-44C463944430}" dt="2026-01-28T15:31:06.673" v="365" actId="478"/>
          <ac:picMkLst>
            <pc:docMk/>
            <pc:sldMk cId="2083065644" sldId="265"/>
            <ac:picMk id="2" creationId="{EE76CAEE-0F66-1D54-29FE-B1290A43E15D}"/>
          </ac:picMkLst>
        </pc:picChg>
        <pc:picChg chg="add mod">
          <ac:chgData name="Vu Minh Ngoc" userId="f8a571d7-7cae-47a1-8b1d-77a0503bed65" providerId="ADAL" clId="{43740E79-0930-482C-8E4A-44C463944430}" dt="2026-01-28T15:32:22.769" v="377" actId="1076"/>
          <ac:picMkLst>
            <pc:docMk/>
            <pc:sldMk cId="2083065644" sldId="265"/>
            <ac:picMk id="6" creationId="{6A2318EE-7B9C-6530-DA45-81962A3E7671}"/>
          </ac:picMkLst>
        </pc:picChg>
        <pc:picChg chg="add mod">
          <ac:chgData name="Vu Minh Ngoc" userId="f8a571d7-7cae-47a1-8b1d-77a0503bed65" providerId="ADAL" clId="{43740E79-0930-482C-8E4A-44C463944430}" dt="2026-01-28T15:32:46.785" v="380" actId="1076"/>
          <ac:picMkLst>
            <pc:docMk/>
            <pc:sldMk cId="2083065644" sldId="265"/>
            <ac:picMk id="8" creationId="{2397FC54-10BB-1081-EBD8-8B1D6A765CCB}"/>
          </ac:picMkLst>
        </pc:picChg>
      </pc:sldChg>
      <pc:sldChg chg="addSp delSp modSp add mod">
        <pc:chgData name="Vu Minh Ngoc" userId="f8a571d7-7cae-47a1-8b1d-77a0503bed65" providerId="ADAL" clId="{43740E79-0930-482C-8E4A-44C463944430}" dt="2026-01-28T16:09:46.486" v="592"/>
        <pc:sldMkLst>
          <pc:docMk/>
          <pc:sldMk cId="845386548" sldId="266"/>
        </pc:sldMkLst>
        <pc:spChg chg="mod">
          <ac:chgData name="Vu Minh Ngoc" userId="f8a571d7-7cae-47a1-8b1d-77a0503bed65" providerId="ADAL" clId="{43740E79-0930-482C-8E4A-44C463944430}" dt="2026-01-28T15:37:01.305" v="399" actId="1076"/>
          <ac:spMkLst>
            <pc:docMk/>
            <pc:sldMk cId="845386548" sldId="266"/>
            <ac:spMk id="4" creationId="{94ECAB9E-8C32-BF9A-D7B3-D94CE7B69F24}"/>
          </ac:spMkLst>
        </pc:spChg>
        <pc:spChg chg="add mod">
          <ac:chgData name="Vu Minh Ngoc" userId="f8a571d7-7cae-47a1-8b1d-77a0503bed65" providerId="ADAL" clId="{43740E79-0930-482C-8E4A-44C463944430}" dt="2026-01-28T16:09:46.486" v="592"/>
          <ac:spMkLst>
            <pc:docMk/>
            <pc:sldMk cId="845386548" sldId="266"/>
            <ac:spMk id="6" creationId="{25D5BEB3-6067-BD09-A52F-17085BC57482}"/>
          </ac:spMkLst>
        </pc:spChg>
        <pc:picChg chg="del">
          <ac:chgData name="Vu Minh Ngoc" userId="f8a571d7-7cae-47a1-8b1d-77a0503bed65" providerId="ADAL" clId="{43740E79-0930-482C-8E4A-44C463944430}" dt="2026-01-28T15:37:51.238" v="400" actId="478"/>
          <ac:picMkLst>
            <pc:docMk/>
            <pc:sldMk cId="845386548" sldId="266"/>
            <ac:picMk id="2" creationId="{26160229-ED9D-9D73-9B9C-CD3940865595}"/>
          </ac:picMkLst>
        </pc:picChg>
        <pc:picChg chg="add mod modCrop">
          <ac:chgData name="Vu Minh Ngoc" userId="f8a571d7-7cae-47a1-8b1d-77a0503bed65" providerId="ADAL" clId="{43740E79-0930-482C-8E4A-44C463944430}" dt="2026-01-28T15:41:09.616" v="403" actId="1076"/>
          <ac:picMkLst>
            <pc:docMk/>
            <pc:sldMk cId="845386548" sldId="266"/>
            <ac:picMk id="5" creationId="{7EC1BDE8-E581-556A-AB94-DD82E7DD265A}"/>
          </ac:picMkLst>
        </pc:picChg>
      </pc:sldChg>
      <pc:sldChg chg="addSp delSp modSp add mod">
        <pc:chgData name="Vu Minh Ngoc" userId="f8a571d7-7cae-47a1-8b1d-77a0503bed65" providerId="ADAL" clId="{43740E79-0930-482C-8E4A-44C463944430}" dt="2026-01-28T16:07:46.518" v="484"/>
        <pc:sldMkLst>
          <pc:docMk/>
          <pc:sldMk cId="382145640" sldId="267"/>
        </pc:sldMkLst>
        <pc:spChg chg="del">
          <ac:chgData name="Vu Minh Ngoc" userId="f8a571d7-7cae-47a1-8b1d-77a0503bed65" providerId="ADAL" clId="{43740E79-0930-482C-8E4A-44C463944430}" dt="2026-01-28T16:04:16.135" v="440" actId="478"/>
          <ac:spMkLst>
            <pc:docMk/>
            <pc:sldMk cId="382145640" sldId="267"/>
            <ac:spMk id="4" creationId="{A981D26C-8B69-26C6-1D6E-748A694074D1}"/>
          </ac:spMkLst>
        </pc:spChg>
        <pc:spChg chg="add mod">
          <ac:chgData name="Vu Minh Ngoc" userId="f8a571d7-7cae-47a1-8b1d-77a0503bed65" providerId="ADAL" clId="{43740E79-0930-482C-8E4A-44C463944430}" dt="2026-01-28T16:04:21.959" v="441"/>
          <ac:spMkLst>
            <pc:docMk/>
            <pc:sldMk cId="382145640" sldId="267"/>
            <ac:spMk id="7" creationId="{5276FB1D-CB25-1180-8F4A-7A7DFBF88CCC}"/>
          </ac:spMkLst>
        </pc:spChg>
        <pc:spChg chg="del">
          <ac:chgData name="Vu Minh Ngoc" userId="f8a571d7-7cae-47a1-8b1d-77a0503bed65" providerId="ADAL" clId="{43740E79-0930-482C-8E4A-44C463944430}" dt="2026-01-28T16:07:41.705" v="483" actId="478"/>
          <ac:spMkLst>
            <pc:docMk/>
            <pc:sldMk cId="382145640" sldId="267"/>
            <ac:spMk id="10" creationId="{9858E4C1-873E-E01D-57DD-BFD901CDB5A1}"/>
          </ac:spMkLst>
        </pc:spChg>
        <pc:spChg chg="add mod">
          <ac:chgData name="Vu Minh Ngoc" userId="f8a571d7-7cae-47a1-8b1d-77a0503bed65" providerId="ADAL" clId="{43740E79-0930-482C-8E4A-44C463944430}" dt="2026-01-28T16:07:46.518" v="484"/>
          <ac:spMkLst>
            <pc:docMk/>
            <pc:sldMk cId="382145640" sldId="267"/>
            <ac:spMk id="12" creationId="{5686798A-9545-D62B-1B46-86943896BDF4}"/>
          </ac:spMkLst>
        </pc:spChg>
        <pc:picChg chg="add del">
          <ac:chgData name="Vu Minh Ngoc" userId="f8a571d7-7cae-47a1-8b1d-77a0503bed65" providerId="ADAL" clId="{43740E79-0930-482C-8E4A-44C463944430}" dt="2026-01-28T16:03:49.713" v="434" actId="478"/>
          <ac:picMkLst>
            <pc:docMk/>
            <pc:sldMk cId="382145640" sldId="267"/>
            <ac:picMk id="2" creationId="{CD75FF66-061D-2CCB-6BCF-4CF952FD76A9}"/>
          </ac:picMkLst>
        </pc:picChg>
        <pc:picChg chg="add del mod ord">
          <ac:chgData name="Vu Minh Ngoc" userId="f8a571d7-7cae-47a1-8b1d-77a0503bed65" providerId="ADAL" clId="{43740E79-0930-482C-8E4A-44C463944430}" dt="2026-01-28T16:05:34.072" v="442" actId="478"/>
          <ac:picMkLst>
            <pc:docMk/>
            <pc:sldMk cId="382145640" sldId="267"/>
            <ac:picMk id="5" creationId="{041EA280-75F4-BCEB-D0B0-D9E8CD29935C}"/>
          </ac:picMkLst>
        </pc:picChg>
        <pc:picChg chg="del">
          <ac:chgData name="Vu Minh Ngoc" userId="f8a571d7-7cae-47a1-8b1d-77a0503bed65" providerId="ADAL" clId="{43740E79-0930-482C-8E4A-44C463944430}" dt="2026-01-28T16:03:43.305" v="432" actId="478"/>
          <ac:picMkLst>
            <pc:docMk/>
            <pc:sldMk cId="382145640" sldId="267"/>
            <ac:picMk id="6" creationId="{0E364161-3924-561A-C203-17D5AC848D73}"/>
          </ac:picMkLst>
        </pc:picChg>
        <pc:picChg chg="mod">
          <ac:chgData name="Vu Minh Ngoc" userId="f8a571d7-7cae-47a1-8b1d-77a0503bed65" providerId="ADAL" clId="{43740E79-0930-482C-8E4A-44C463944430}" dt="2026-01-28T16:06:20.856" v="446" actId="1076"/>
          <ac:picMkLst>
            <pc:docMk/>
            <pc:sldMk cId="382145640" sldId="267"/>
            <ac:picMk id="8" creationId="{890B42E3-EAF7-F81C-28FE-D9A63755A2A9}"/>
          </ac:picMkLst>
        </pc:picChg>
        <pc:picChg chg="add mod">
          <ac:chgData name="Vu Minh Ngoc" userId="f8a571d7-7cae-47a1-8b1d-77a0503bed65" providerId="ADAL" clId="{43740E79-0930-482C-8E4A-44C463944430}" dt="2026-01-28T16:06:22.295" v="447" actId="1076"/>
          <ac:picMkLst>
            <pc:docMk/>
            <pc:sldMk cId="382145640" sldId="267"/>
            <ac:picMk id="11" creationId="{08C71CFD-D5FE-3B25-C004-5B0482C3D4A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CF9D5-1D9F-57DF-BF55-79E028AD2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83DCB-061F-BC56-6CFF-51CE05ABD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3787A-2222-8C9B-D70B-AF92682A3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FA679-7704-252B-13E8-DF0C700C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F9C86-A518-8CF1-3CAD-F136FBE1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831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11D6-EA29-BD9F-1A34-61CA7954B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05D08-52F6-886A-815F-F1EA82CEB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180D1-CB17-741D-E4DA-8D264B0CF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CA690-296F-C451-BA4C-0DD9D0AF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D9B9F-D589-CC07-3DEA-F8A79FD1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9726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DD9A-71A3-52B6-8DDE-607DA72E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D6D91-913A-C602-2944-BD98F5A79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0C4B6-664C-6D6E-FCB8-76A7648D5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93E7A-DDE9-9B79-6706-630151999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2ECF4-376E-F986-FE8E-22DD5CD7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80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39429-18C1-CA95-71C3-7E4E4823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BB48C-0C1F-9603-9614-7AA00F15D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7D559-B00F-C815-5BB7-EFD1F2E9A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A2250-5128-09FB-EC6E-9F91D0CB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178E7-A2FB-FCB7-83E9-BA769A90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D3EFD-FCE1-184F-E464-07D9C7FD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398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9CD9-A4E6-2515-1951-7A6C85BB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13CAD-B2EB-0B89-4AF8-F31A9BC7A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95B2D-E527-3FC0-4A81-871761E5E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48613-F441-17B8-522B-1997D1C47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4B699-6510-7D73-BC37-457A951E9A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0BA8E-49CD-A7C8-C256-99A8EC95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0CE408-F53F-7AC3-A0A3-DC20D25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40A2C-7699-F8C4-6ED0-C05954CA0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04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ECB7-2614-B126-3F74-27BE8694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0CE55D-8B02-C77D-1EBE-D0A00A3F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9D5678-87C3-0622-F82F-E58F0301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8BD7E-877F-9670-7BA4-5CBAF12D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68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4803C8-85DF-EBBB-42A2-5A48951C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8BB50-5FBB-DB0E-ADEE-15265749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A04BA-9115-6471-49A3-2E0EAF0F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6261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F174-796C-7778-C8B0-B51B6F775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6BA72-F90B-2495-309A-BD79AAE0F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8033E-D8A9-D8F5-CF94-62FB888FA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6CB77-F87D-B00B-A0D8-F1C27B3F0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FB1B1-1895-53C4-300A-7724E0358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8345B-C566-3F45-2418-7639363F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3781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8A537-FBF1-9D56-4FAB-79971E3AA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A7407-A1A1-AB92-E509-A29FBD1E7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79D9B-D571-EEA1-0D58-EA550908B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C622F-5111-16D5-91DB-920DFCB5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D14DC-A595-F94D-A66E-7F287844F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76CF0-197F-EFA0-D154-CB2D75CD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011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F34DA-C476-D53B-8414-5ECA93B3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4CEF7-F3DA-C606-E77A-792ED8A16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7A12E-FDB1-A564-BF45-2F3AA76F2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2BFA6-B19D-20AC-1B66-433904DD9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27F72-6195-9F05-73FC-C0B041F2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92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70EB6D-342C-B081-FC12-29235231E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9AEB0-5DAB-545B-18DF-160211B06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B6DF2-6696-4FC1-7975-435444FD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2FB63-A5AD-08B5-628B-BAFCBE55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94EDC-98A9-B09E-AFD1-B79139EF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59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C787ED-EF4D-7CD8-2108-779056E3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DEE21-AD55-D680-5E45-D5AF0B395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53D8C-5355-22C9-9C68-0B96249ED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F946F-8980-445A-8480-92568F3088B4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16570-4242-2DD8-2ACF-B50E26BDA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E73C0-5F81-60F4-F7C3-0893DFC7F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3264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4D3E96-8AF0-B92F-DD7C-3CB08E573006}"/>
              </a:ext>
            </a:extLst>
          </p:cNvPr>
          <p:cNvSpPr txBox="1"/>
          <p:nvPr/>
        </p:nvSpPr>
        <p:spPr>
          <a:xfrm>
            <a:off x="1737404" y="1001795"/>
            <a:ext cx="87171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4000" b="1" dirty="0">
                <a:solidFill>
                  <a:srgbClr val="C00000"/>
                </a:solidFill>
              </a:rPr>
              <a:t>Analyses of the HDBR </a:t>
            </a:r>
            <a:r>
              <a:rPr lang="fr-FR" sz="4000" b="1" dirty="0" err="1">
                <a:solidFill>
                  <a:srgbClr val="C00000"/>
                </a:solidFill>
              </a:rPr>
              <a:t>dataset</a:t>
            </a:r>
            <a:r>
              <a:rPr lang="fr-FR" sz="4000" b="1" dirty="0">
                <a:solidFill>
                  <a:srgbClr val="C00000"/>
                </a:solidFill>
              </a:rPr>
              <a:t> (</a:t>
            </a:r>
            <a:r>
              <a:rPr lang="fr-FR" sz="4000" b="1" dirty="0" err="1">
                <a:solidFill>
                  <a:srgbClr val="C00000"/>
                </a:solidFill>
              </a:rPr>
              <a:t>cont</a:t>
            </a:r>
            <a:r>
              <a:rPr lang="fr-FR" sz="4000" b="1" dirty="0">
                <a:solidFill>
                  <a:srgbClr val="C00000"/>
                </a:solidFill>
              </a:rPr>
              <a:t>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D548F-6BC2-AC42-4748-61836B334040}"/>
              </a:ext>
            </a:extLst>
          </p:cNvPr>
          <p:cNvSpPr txBox="1"/>
          <p:nvPr/>
        </p:nvSpPr>
        <p:spPr>
          <a:xfrm>
            <a:off x="5362464" y="1887556"/>
            <a:ext cx="1467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b="1" dirty="0"/>
              <a:t>Ngoc VU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EBE70E-8A52-D7B3-BB38-B2B7004BFA7A}"/>
              </a:ext>
            </a:extLst>
          </p:cNvPr>
          <p:cNvSpPr txBox="1"/>
          <p:nvPr/>
        </p:nvSpPr>
        <p:spPr>
          <a:xfrm>
            <a:off x="5188155" y="2320098"/>
            <a:ext cx="1815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b="1" dirty="0"/>
              <a:t>03 </a:t>
            </a:r>
            <a:r>
              <a:rPr lang="fr-FR" sz="2400" b="1" dirty="0" err="1"/>
              <a:t>Feb</a:t>
            </a:r>
            <a:r>
              <a:rPr lang="fr-FR" sz="2400" b="1" dirty="0"/>
              <a:t> 2026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9B302D-86A0-1F84-957A-E62468D78008}"/>
              </a:ext>
            </a:extLst>
          </p:cNvPr>
          <p:cNvGrpSpPr/>
          <p:nvPr/>
        </p:nvGrpSpPr>
        <p:grpSpPr>
          <a:xfrm>
            <a:off x="2209798" y="3095920"/>
            <a:ext cx="7772400" cy="2760285"/>
            <a:chOff x="3124912" y="1780243"/>
            <a:chExt cx="7772400" cy="2760285"/>
          </a:xfrm>
        </p:grpSpPr>
        <p:pic>
          <p:nvPicPr>
            <p:cNvPr id="8" name="Picture 7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883FAB56-5E5A-EE55-3C98-B947E70F3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3118"/>
            <a:stretch>
              <a:fillRect/>
            </a:stretch>
          </p:blipFill>
          <p:spPr>
            <a:xfrm>
              <a:off x="3124912" y="1780243"/>
              <a:ext cx="7772400" cy="6581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05920DEA-31B0-2951-D11F-5283DBB79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57"/>
            <a:stretch>
              <a:fillRect/>
            </a:stretch>
          </p:blipFill>
          <p:spPr>
            <a:xfrm>
              <a:off x="3124912" y="2390660"/>
              <a:ext cx="7772400" cy="21498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709451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4EE5C6-1BF8-A7D7-6945-4B8FE7F3130D}"/>
              </a:ext>
            </a:extLst>
          </p:cNvPr>
          <p:cNvSpPr txBox="1"/>
          <p:nvPr/>
        </p:nvSpPr>
        <p:spPr>
          <a:xfrm>
            <a:off x="430566" y="1223790"/>
            <a:ext cx="5170005" cy="3347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err="1"/>
              <a:t>Metadata</a:t>
            </a:r>
            <a:r>
              <a:rPr lang="fr-FR" sz="2400" dirty="0"/>
              <a:t> check, </a:t>
            </a:r>
            <a:r>
              <a:rPr lang="fr-FR" sz="2400" dirty="0" err="1"/>
              <a:t>sample</a:t>
            </a:r>
            <a:r>
              <a:rPr lang="fr-FR" sz="2400" dirty="0"/>
              <a:t> </a:t>
            </a:r>
            <a:r>
              <a:rPr lang="fr-FR" sz="2400" dirty="0" err="1"/>
              <a:t>selection</a:t>
            </a:r>
            <a:endParaRPr lang="fr-FR" sz="2400" dirty="0"/>
          </a:p>
          <a:p>
            <a:pPr lvl="1">
              <a:lnSpc>
                <a:spcPct val="150000"/>
              </a:lnSpc>
            </a:pP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- Check </a:t>
            </a:r>
            <a:r>
              <a:rPr lang="fr-FR" sz="2400" dirty="0" err="1">
                <a:solidFill>
                  <a:schemeClr val="bg2">
                    <a:lumMod val="50000"/>
                  </a:schemeClr>
                </a:solidFill>
              </a:rPr>
              <a:t>duplicated</a:t>
            </a: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2400" dirty="0" err="1">
                <a:solidFill>
                  <a:schemeClr val="bg2">
                    <a:lumMod val="50000"/>
                  </a:schemeClr>
                </a:solidFill>
              </a:rPr>
              <a:t>batches</a:t>
            </a: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chemeClr val="bg2">
                    <a:lumMod val="50000"/>
                  </a:schemeClr>
                </a:solidFill>
              </a:rPr>
              <a:t>Quality</a:t>
            </a: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 control</a:t>
            </a:r>
          </a:p>
          <a:p>
            <a:pPr lvl="1">
              <a:lnSpc>
                <a:spcPct val="150000"/>
              </a:lnSpc>
            </a:pP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- PCA</a:t>
            </a:r>
          </a:p>
          <a:p>
            <a:pPr lvl="1">
              <a:lnSpc>
                <a:spcPct val="150000"/>
              </a:lnSpc>
            </a:pPr>
            <a:r>
              <a:rPr lang="fr-FR" sz="2400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fr-FR" sz="2400" dirty="0" err="1">
                <a:solidFill>
                  <a:schemeClr val="bg1">
                    <a:lumMod val="75000"/>
                  </a:schemeClr>
                </a:solidFill>
              </a:rPr>
              <a:t>Deconvolution</a:t>
            </a:r>
            <a:endParaRPr lang="fr-FR" sz="240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>
                    <a:lumMod val="75000"/>
                  </a:schemeClr>
                </a:solidFill>
              </a:rPr>
              <a:t>DGE </a:t>
            </a:r>
            <a:r>
              <a:rPr lang="fr-FR" sz="2400" dirty="0" err="1">
                <a:solidFill>
                  <a:schemeClr val="bg1">
                    <a:lumMod val="75000"/>
                  </a:schemeClr>
                </a:solidFill>
              </a:rPr>
              <a:t>analysis</a:t>
            </a:r>
            <a:endParaRPr lang="fr-FR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6AF95-AED9-7AF6-687E-2ABB561AF451}"/>
              </a:ext>
            </a:extLst>
          </p:cNvPr>
          <p:cNvSpPr txBox="1"/>
          <p:nvPr/>
        </p:nvSpPr>
        <p:spPr>
          <a:xfrm>
            <a:off x="430566" y="426763"/>
            <a:ext cx="2255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Next </a:t>
            </a:r>
            <a:r>
              <a:rPr lang="fr-FR" sz="3200" b="1" dirty="0" err="1"/>
              <a:t>steps</a:t>
            </a:r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132501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E63C36-5E37-26F0-36FB-544065C7D61C}"/>
              </a:ext>
            </a:extLst>
          </p:cNvPr>
          <p:cNvSpPr txBox="1"/>
          <p:nvPr/>
        </p:nvSpPr>
        <p:spPr>
          <a:xfrm>
            <a:off x="0" y="0"/>
            <a:ext cx="5538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Batch corrections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ComBat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4D0F6-C808-A4CA-931A-1FACCA69A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800"/>
          <a:stretch>
            <a:fillRect/>
          </a:stretch>
        </p:blipFill>
        <p:spPr>
          <a:xfrm>
            <a:off x="-1" y="523220"/>
            <a:ext cx="12136279" cy="48260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0EDC1A-CAED-4509-4BB0-FF70C5614F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600" b="2156"/>
          <a:stretch>
            <a:fillRect/>
          </a:stretch>
        </p:blipFill>
        <p:spPr>
          <a:xfrm>
            <a:off x="1478304" y="5465218"/>
            <a:ext cx="9235391" cy="13927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9D85FA-A85F-9AA8-9EA4-7A43AF48F2F6}"/>
              </a:ext>
            </a:extLst>
          </p:cNvPr>
          <p:cNvSpPr txBox="1"/>
          <p:nvPr/>
        </p:nvSpPr>
        <p:spPr>
          <a:xfrm>
            <a:off x="11217246" y="0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PCA</a:t>
            </a:r>
          </a:p>
        </p:txBody>
      </p:sp>
    </p:spTree>
    <p:extLst>
      <p:ext uri="{BB962C8B-B14F-4D97-AF65-F5344CB8AC3E}">
        <p14:creationId xmlns:p14="http://schemas.microsoft.com/office/powerpoint/2010/main" val="3637299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09FAF8-5336-23EA-7773-D76DE0FB3A52}"/>
              </a:ext>
            </a:extLst>
          </p:cNvPr>
          <p:cNvSpPr txBox="1"/>
          <p:nvPr/>
        </p:nvSpPr>
        <p:spPr>
          <a:xfrm>
            <a:off x="0" y="0"/>
            <a:ext cx="5538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Batch corrections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ComBat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CFEA-F99D-A07B-2FAB-86B238339AC8}"/>
              </a:ext>
            </a:extLst>
          </p:cNvPr>
          <p:cNvSpPr txBox="1"/>
          <p:nvPr/>
        </p:nvSpPr>
        <p:spPr>
          <a:xfrm>
            <a:off x="11217246" y="0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031B3-DD09-C5B3-AC4B-864E8FB84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3836"/>
            <a:ext cx="5618514" cy="4709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D9E934-79FD-019F-2E6C-420B2E71A5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51" r="7289" b="1789"/>
          <a:stretch>
            <a:fillRect/>
          </a:stretch>
        </p:blipFill>
        <p:spPr>
          <a:xfrm>
            <a:off x="5786198" y="1536191"/>
            <a:ext cx="6163827" cy="4224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FCBDD9-C4C2-2B86-1754-9457F7FFC9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96549"/>
          <a:stretch>
            <a:fillRect/>
          </a:stretch>
        </p:blipFill>
        <p:spPr>
          <a:xfrm>
            <a:off x="183325" y="737175"/>
            <a:ext cx="11934384" cy="2366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F5B0B1-BBC7-0ACF-4AD3-4E90E297F6A1}"/>
              </a:ext>
            </a:extLst>
          </p:cNvPr>
          <p:cNvSpPr txBox="1"/>
          <p:nvPr/>
        </p:nvSpPr>
        <p:spPr>
          <a:xfrm>
            <a:off x="0" y="6120825"/>
            <a:ext cx="10965309" cy="735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Batch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effects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revealed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by PC3</a:t>
            </a:r>
          </a:p>
          <a:p>
            <a:pPr>
              <a:lnSpc>
                <a:spcPct val="12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Batch FC2014_066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contains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29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samples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fr-FR" dirty="0" err="1"/>
              <a:t>cerebral</a:t>
            </a:r>
            <a:r>
              <a:rPr lang="fr-FR" dirty="0"/>
              <a:t> cortex, temporal lobe,  </a:t>
            </a:r>
            <a:r>
              <a:rPr lang="fr-FR" dirty="0" err="1"/>
              <a:t>whole</a:t>
            </a:r>
            <a:r>
              <a:rPr lang="fr-FR" dirty="0"/>
              <a:t> </a:t>
            </a:r>
            <a:r>
              <a:rPr lang="fr-FR" dirty="0" err="1"/>
              <a:t>midbrain</a:t>
            </a:r>
            <a:r>
              <a:rPr lang="fr-FR" dirty="0"/>
              <a:t>, etc.), all at 9 PCW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9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6E076-63E9-B2E4-8FF4-6E2A10D62E32}"/>
              </a:ext>
            </a:extLst>
          </p:cNvPr>
          <p:cNvSpPr txBox="1"/>
          <p:nvPr/>
        </p:nvSpPr>
        <p:spPr>
          <a:xfrm>
            <a:off x="0" y="0"/>
            <a:ext cx="5538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Batch corrections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ComBat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71888-F50D-ED7A-471A-1303473D75B6}"/>
              </a:ext>
            </a:extLst>
          </p:cNvPr>
          <p:cNvSpPr txBox="1"/>
          <p:nvPr/>
        </p:nvSpPr>
        <p:spPr>
          <a:xfrm>
            <a:off x="11217246" y="0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MDS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BB5EC-ADD6-02DD-DC87-DB0CB368E8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067"/>
          <a:stretch>
            <a:fillRect/>
          </a:stretch>
        </p:blipFill>
        <p:spPr>
          <a:xfrm>
            <a:off x="0" y="523220"/>
            <a:ext cx="12150469" cy="47528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9E1C73-E3C5-146C-BB6F-738A42B60831}"/>
              </a:ext>
            </a:extLst>
          </p:cNvPr>
          <p:cNvSpPr txBox="1"/>
          <p:nvPr/>
        </p:nvSpPr>
        <p:spPr>
          <a:xfrm>
            <a:off x="0" y="6120825"/>
            <a:ext cx="1633781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as PCA</a:t>
            </a:r>
          </a:p>
        </p:txBody>
      </p:sp>
    </p:spTree>
    <p:extLst>
      <p:ext uri="{BB962C8B-B14F-4D97-AF65-F5344CB8AC3E}">
        <p14:creationId xmlns:p14="http://schemas.microsoft.com/office/powerpoint/2010/main" val="3819967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60F5E5-3DB2-7D49-6B22-07BFB6F357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933"/>
          <a:stretch>
            <a:fillRect/>
          </a:stretch>
        </p:blipFill>
        <p:spPr>
          <a:xfrm>
            <a:off x="0" y="523220"/>
            <a:ext cx="12085484" cy="47365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B07422-CCFA-DCDC-352A-FDBD76B21221}"/>
              </a:ext>
            </a:extLst>
          </p:cNvPr>
          <p:cNvSpPr txBox="1"/>
          <p:nvPr/>
        </p:nvSpPr>
        <p:spPr>
          <a:xfrm>
            <a:off x="0" y="0"/>
            <a:ext cx="5538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Batch corrections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ComBat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79F5A-1345-AA80-90BD-2D8DE771E2BD}"/>
              </a:ext>
            </a:extLst>
          </p:cNvPr>
          <p:cNvSpPr txBox="1"/>
          <p:nvPr/>
        </p:nvSpPr>
        <p:spPr>
          <a:xfrm>
            <a:off x="11149727" y="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tSNE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D63F5-6F02-DEE4-8C7F-0EFB69170F94}"/>
              </a:ext>
            </a:extLst>
          </p:cNvPr>
          <p:cNvSpPr txBox="1"/>
          <p:nvPr/>
        </p:nvSpPr>
        <p:spPr>
          <a:xfrm>
            <a:off x="0" y="6120825"/>
            <a:ext cx="7870809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tSNE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and UMAP, batch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effects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in the first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dimensions</a:t>
            </a:r>
          </a:p>
        </p:txBody>
      </p:sp>
    </p:spTree>
    <p:extLst>
      <p:ext uri="{BB962C8B-B14F-4D97-AF65-F5344CB8AC3E}">
        <p14:creationId xmlns:p14="http://schemas.microsoft.com/office/powerpoint/2010/main" val="3218214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BD2C0-42BB-686D-7C33-1482AD5F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D6B53A-E47C-716F-8399-4A02ECD59403}"/>
              </a:ext>
            </a:extLst>
          </p:cNvPr>
          <p:cNvSpPr txBox="1"/>
          <p:nvPr/>
        </p:nvSpPr>
        <p:spPr>
          <a:xfrm>
            <a:off x="0" y="0"/>
            <a:ext cx="5538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Batch corrections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ComBat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CAB9E-8C32-BF9A-D7B3-D94CE7B69F24}"/>
              </a:ext>
            </a:extLst>
          </p:cNvPr>
          <p:cNvSpPr txBox="1"/>
          <p:nvPr/>
        </p:nvSpPr>
        <p:spPr>
          <a:xfrm>
            <a:off x="10949352" y="0"/>
            <a:ext cx="1242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UMAP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1BDE8-E581-556A-AB94-DD82E7DD26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800"/>
          <a:stretch>
            <a:fillRect/>
          </a:stretch>
        </p:blipFill>
        <p:spPr>
          <a:xfrm>
            <a:off x="53258" y="523220"/>
            <a:ext cx="12085484" cy="47457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D5BEB3-6067-BD09-A52F-17085BC57482}"/>
              </a:ext>
            </a:extLst>
          </p:cNvPr>
          <p:cNvSpPr txBox="1"/>
          <p:nvPr/>
        </p:nvSpPr>
        <p:spPr>
          <a:xfrm>
            <a:off x="0" y="6120825"/>
            <a:ext cx="7870809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tSNE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and UMAP, batch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effects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in the first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dimensions</a:t>
            </a:r>
          </a:p>
        </p:txBody>
      </p:sp>
    </p:spTree>
    <p:extLst>
      <p:ext uri="{BB962C8B-B14F-4D97-AF65-F5344CB8AC3E}">
        <p14:creationId xmlns:p14="http://schemas.microsoft.com/office/powerpoint/2010/main" val="845386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DD5F7-7FFA-53B4-84E9-7CCF59D92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C22290-8563-BFF7-1ABE-B29B4DDE2D34}"/>
              </a:ext>
            </a:extLst>
          </p:cNvPr>
          <p:cNvSpPr txBox="1"/>
          <p:nvPr/>
        </p:nvSpPr>
        <p:spPr>
          <a:xfrm>
            <a:off x="11149727" y="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tSNE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2318EE-7B9C-6530-DA45-81962A3E7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595" y="790974"/>
            <a:ext cx="7126202" cy="60670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97FC54-10BB-1081-EBD8-8B1D6A765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882" y="3247236"/>
            <a:ext cx="1101052" cy="11545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783E54-FCDA-2F1B-33C8-5D4990810841}"/>
              </a:ext>
            </a:extLst>
          </p:cNvPr>
          <p:cNvSpPr txBox="1"/>
          <p:nvPr/>
        </p:nvSpPr>
        <p:spPr>
          <a:xfrm>
            <a:off x="0" y="0"/>
            <a:ext cx="9894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distribution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on stage &amp; 1st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structure </a:t>
            </a:r>
          </a:p>
        </p:txBody>
      </p:sp>
    </p:spTree>
    <p:extLst>
      <p:ext uri="{BB962C8B-B14F-4D97-AF65-F5344CB8AC3E}">
        <p14:creationId xmlns:p14="http://schemas.microsoft.com/office/powerpoint/2010/main" val="2083065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B270-3A18-2F1D-43C3-DA889CB17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0B42E3-EAF7-F81C-28FE-D9A63755A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826" y="2979765"/>
            <a:ext cx="1101052" cy="11545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76FB1D-CB25-1180-8F4A-7A7DFBF88CCC}"/>
              </a:ext>
            </a:extLst>
          </p:cNvPr>
          <p:cNvSpPr txBox="1"/>
          <p:nvPr/>
        </p:nvSpPr>
        <p:spPr>
          <a:xfrm>
            <a:off x="10949352" y="0"/>
            <a:ext cx="1242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UMAP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C71CFD-D5FE-3B25-C004-5B0482C3D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5" y="1123039"/>
            <a:ext cx="8745170" cy="48679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86798A-9545-D62B-1B46-86943896BDF4}"/>
              </a:ext>
            </a:extLst>
          </p:cNvPr>
          <p:cNvSpPr txBox="1"/>
          <p:nvPr/>
        </p:nvSpPr>
        <p:spPr>
          <a:xfrm>
            <a:off x="0" y="0"/>
            <a:ext cx="9894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distribution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on stage &amp; 1st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structure </a:t>
            </a:r>
          </a:p>
        </p:txBody>
      </p:sp>
    </p:spTree>
    <p:extLst>
      <p:ext uri="{BB962C8B-B14F-4D97-AF65-F5344CB8AC3E}">
        <p14:creationId xmlns:p14="http://schemas.microsoft.com/office/powerpoint/2010/main" val="382145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04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665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able with numbers and numbers&#10;&#10;AI-generated content may be incorrect.">
            <a:extLst>
              <a:ext uri="{FF2B5EF4-FFF2-40B4-BE49-F238E27FC236}">
                <a16:creationId xmlns:a16="http://schemas.microsoft.com/office/drawing/2014/main" id="{225BE15C-789F-D61C-1899-6CF972089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9" y="1053348"/>
            <a:ext cx="12178851" cy="475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99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Widescreen</PresentationFormat>
  <Paragraphs>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Minh Ngoc</dc:creator>
  <cp:lastModifiedBy>Vu Minh Ngoc</cp:lastModifiedBy>
  <cp:revision>1</cp:revision>
  <dcterms:created xsi:type="dcterms:W3CDTF">2026-01-28T14:07:57Z</dcterms:created>
  <dcterms:modified xsi:type="dcterms:W3CDTF">2026-01-28T16:09:47Z</dcterms:modified>
</cp:coreProperties>
</file>